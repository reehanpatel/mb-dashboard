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anel.mediabuzzoutdoor.com/campaigns?site=MB-09" TargetMode="External"/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anel.mediabuzzoutdoor.com/campaigns?site=MB-15" TargetMode="External"/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anel.mediabuzzoutdoor.com/campaigns?site=MB-24" TargetMode="External"/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7" Type="http://schemas.openxmlformats.org/officeDocument/2006/relationships/image" Target="../media/image-5-6.png"/><Relationship Id="rId8" Type="http://schemas.openxmlformats.org/officeDocument/2006/relationships/image" Target="../media/image-5-7.png"/><Relationship Id="rId9" Type="http://schemas.openxmlformats.org/officeDocument/2006/relationships/image" Target="../media/image-5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anel.mediabuzzoutdoor.com/campaigns?site=MB-32" TargetMode="External"/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image" Target="../media/image-6-7.png"/><Relationship Id="rId9" Type="http://schemas.openxmlformats.org/officeDocument/2006/relationships/image" Target="../media/image-6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anel.mediabuzzoutdoor.com/campaigns?site=MB-63" TargetMode="External"/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image" Target="../media/image-7-5.png"/><Relationship Id="rId7" Type="http://schemas.openxmlformats.org/officeDocument/2006/relationships/image" Target="../media/image-7-6.png"/><Relationship Id="rId8" Type="http://schemas.openxmlformats.org/officeDocument/2006/relationships/image" Target="../media/image-7-7.png"/><Relationship Id="rId9" Type="http://schemas.openxmlformats.org/officeDocument/2006/relationships/image" Target="../media/image-7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mediabuzzoutdoor.com" TargetMode="External"/><Relationship Id="rId3" Type="http://schemas.openxmlformats.org/officeDocument/2006/relationships/hyperlink" Target="https://mediabuzzoutdoor.com" TargetMode="External"/><Relationship Id="rId4" Type="http://schemas.openxmlformats.org/officeDocument/2006/relationships/hyperlink" Target="mailto:sales@mediabuzzoutdoor.com" TargetMode="External"/><Relationship Id="rId5" Type="http://schemas.openxmlformats.org/officeDocument/2006/relationships/hyperlink" Target="https://mediabuzzoutdoor.com" TargetMode="External"/><Relationship Id="rId1" Type="http://schemas.openxmlformats.org/officeDocument/2006/relationships/image" Target="../media/image-8-1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715000" cy="4663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691640" cy="685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12280" y="640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1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6812280" y="960120"/>
            <a:ext cx="2423160" cy="658368"/>
          </a:xfrm>
          <a:prstGeom prst="roundRect">
            <a:avLst>
              <a:gd name="adj" fmla="val 25000"/>
            </a:avLst>
          </a:prstGeom>
          <a:solidFill>
            <a:srgbClr val="FFC200"/>
          </a:solidFill>
          <a:ln w="12700">
            <a:solidFill>
              <a:srgbClr val="FFC200"/>
            </a:solidFill>
            <a:prstDash val="solid"/>
          </a:ln>
        </p:spPr>
      </p:sp>
      <p:sp>
        <p:nvSpPr>
          <p:cNvPr id="6" name="Text 2">
            <a:hlinkClick r:id="rId3" tooltip="Open MB-09 in Latest Booking"/>
          </p:cNvPr>
          <p:cNvSpPr/>
          <p:nvPr/>
        </p:nvSpPr>
        <p:spPr>
          <a:xfrm>
            <a:off x="6812280" y="960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Open MB-09 in Latest Book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 - 09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1228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Ahmedabad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12280" y="2267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Shivranjani Bridge- Fcg. Shyamal 4 road Jnc - Right (3)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8529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4928" y="28346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30x10 ft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7424928" y="3273552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419856"/>
            <a:ext cx="384048" cy="3840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4928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Gantry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7424928" y="3840480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986784"/>
            <a:ext cx="384048" cy="38404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4928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7424928" y="4407408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55371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4928" y="453542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Adv.fee per month: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2,25,000/-</a:t>
            </a:r>
            <a:endParaRPr lang="en-US" sz="1450" dirty="0"/>
          </a:p>
        </p:txBody>
      </p:sp>
      <p:sp>
        <p:nvSpPr>
          <p:cNvPr id="20" name="Shape 12"/>
          <p:cNvSpPr/>
          <p:nvPr/>
        </p:nvSpPr>
        <p:spPr>
          <a:xfrm>
            <a:off x="7424928" y="4974336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5120640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424928" y="510235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</a:t>
            </a:r>
            <a:endParaRPr lang="en-US" sz="1450" dirty="0"/>
          </a:p>
        </p:txBody>
      </p:sp>
      <p:sp>
        <p:nvSpPr>
          <p:cNvPr id="23" name="Shape 14"/>
          <p:cNvSpPr/>
          <p:nvPr/>
        </p:nvSpPr>
        <p:spPr>
          <a:xfrm>
            <a:off x="7424928" y="5541264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687568"/>
            <a:ext cx="384048" cy="3840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424928" y="5669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Coordinates: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23.018881, 72.530022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715000" cy="4663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691640" cy="685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12280" y="640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2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6812280" y="960120"/>
            <a:ext cx="2423160" cy="658368"/>
          </a:xfrm>
          <a:prstGeom prst="roundRect">
            <a:avLst>
              <a:gd name="adj" fmla="val 25000"/>
            </a:avLst>
          </a:prstGeom>
          <a:solidFill>
            <a:srgbClr val="FFC200"/>
          </a:solidFill>
          <a:ln w="12700">
            <a:solidFill>
              <a:srgbClr val="FFC200"/>
            </a:solidFill>
            <a:prstDash val="solid"/>
          </a:ln>
        </p:spPr>
      </p:sp>
      <p:sp>
        <p:nvSpPr>
          <p:cNvPr id="6" name="Text 2">
            <a:hlinkClick r:id="rId3" tooltip="Open MB-15 in Latest Booking"/>
          </p:cNvPr>
          <p:cNvSpPr/>
          <p:nvPr/>
        </p:nvSpPr>
        <p:spPr>
          <a:xfrm>
            <a:off x="6812280" y="960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Open MB-15 in Latest Book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 - 15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1228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Ahmedabad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12280" y="2267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ISRO - Nr. Bhavnirjar Gat, Satellite Road, Iscon to Jodhpur Cross Road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8529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4928" y="28346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20x10 ft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7424928" y="3273552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419856"/>
            <a:ext cx="384048" cy="3840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4928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Unipole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7424928" y="3840480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986784"/>
            <a:ext cx="384048" cy="38404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4928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7424928" y="4407408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55371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4928" y="453542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Adv.fee per month: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2,50,000/-</a:t>
            </a:r>
            <a:endParaRPr lang="en-US" sz="1450" dirty="0"/>
          </a:p>
        </p:txBody>
      </p:sp>
      <p:sp>
        <p:nvSpPr>
          <p:cNvPr id="20" name="Shape 12"/>
          <p:cNvSpPr/>
          <p:nvPr/>
        </p:nvSpPr>
        <p:spPr>
          <a:xfrm>
            <a:off x="7424928" y="4974336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5120640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424928" y="510235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till 01 Nov 2026</a:t>
            </a:r>
            <a:endParaRPr lang="en-US" sz="1450" dirty="0"/>
          </a:p>
        </p:txBody>
      </p:sp>
      <p:sp>
        <p:nvSpPr>
          <p:cNvPr id="23" name="Shape 14"/>
          <p:cNvSpPr/>
          <p:nvPr/>
        </p:nvSpPr>
        <p:spPr>
          <a:xfrm>
            <a:off x="7424928" y="5541264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687568"/>
            <a:ext cx="384048" cy="3840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424928" y="5669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Coordinates: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23.028015, 72.51922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715000" cy="4663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691640" cy="685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12280" y="640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3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6812280" y="960120"/>
            <a:ext cx="2423160" cy="658368"/>
          </a:xfrm>
          <a:prstGeom prst="roundRect">
            <a:avLst>
              <a:gd name="adj" fmla="val 25000"/>
            </a:avLst>
          </a:prstGeom>
          <a:solidFill>
            <a:srgbClr val="FFC200"/>
          </a:solidFill>
          <a:ln w="12700">
            <a:solidFill>
              <a:srgbClr val="FFC200"/>
            </a:solidFill>
            <a:prstDash val="solid"/>
          </a:ln>
        </p:spPr>
      </p:sp>
      <p:sp>
        <p:nvSpPr>
          <p:cNvPr id="6" name="Text 2">
            <a:hlinkClick r:id="rId3" tooltip="Open MB-24 in Latest Booking"/>
          </p:cNvPr>
          <p:cNvSpPr/>
          <p:nvPr/>
        </p:nvSpPr>
        <p:spPr>
          <a:xfrm>
            <a:off x="6812280" y="960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Open MB-24 in Latest Book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 - 24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1228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Ahmedabad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12280" y="2267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Karnavati Club Fcg Ring Road to SG Highway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8529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4928" y="28346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24x12 ft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7424928" y="3273552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419856"/>
            <a:ext cx="384048" cy="3840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4928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Unipole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7424928" y="3840480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986784"/>
            <a:ext cx="384048" cy="38404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4928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7424928" y="4407408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55371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4928" y="453542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Adv.fee per month: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2,25,000/-</a:t>
            </a:r>
            <a:endParaRPr lang="en-US" sz="1450" dirty="0"/>
          </a:p>
        </p:txBody>
      </p:sp>
      <p:sp>
        <p:nvSpPr>
          <p:cNvPr id="20" name="Shape 12"/>
          <p:cNvSpPr/>
          <p:nvPr/>
        </p:nvSpPr>
        <p:spPr>
          <a:xfrm>
            <a:off x="7424928" y="4974336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5120640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424928" y="510235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till 10 Nov 2026</a:t>
            </a:r>
            <a:endParaRPr lang="en-US" sz="1450" dirty="0"/>
          </a:p>
        </p:txBody>
      </p:sp>
      <p:sp>
        <p:nvSpPr>
          <p:cNvPr id="23" name="Shape 14"/>
          <p:cNvSpPr/>
          <p:nvPr/>
        </p:nvSpPr>
        <p:spPr>
          <a:xfrm>
            <a:off x="7424928" y="5541264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687568"/>
            <a:ext cx="384048" cy="3840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424928" y="5669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Coordinates: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23.018839, 72.501663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715000" cy="4663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691640" cy="685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12280" y="640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4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6812280" y="960120"/>
            <a:ext cx="2423160" cy="658368"/>
          </a:xfrm>
          <a:prstGeom prst="roundRect">
            <a:avLst>
              <a:gd name="adj" fmla="val 25000"/>
            </a:avLst>
          </a:prstGeom>
          <a:solidFill>
            <a:srgbClr val="FFC200"/>
          </a:solidFill>
          <a:ln w="12700">
            <a:solidFill>
              <a:srgbClr val="FFC200"/>
            </a:solidFill>
            <a:prstDash val="solid"/>
          </a:ln>
        </p:spPr>
      </p:sp>
      <p:sp>
        <p:nvSpPr>
          <p:cNvPr id="6" name="Text 2">
            <a:hlinkClick r:id="rId3" tooltip="Open MB-32 in Latest Booking"/>
          </p:cNvPr>
          <p:cNvSpPr/>
          <p:nvPr/>
        </p:nvSpPr>
        <p:spPr>
          <a:xfrm>
            <a:off x="6812280" y="960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Open MB-32 in Latest Book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 - 32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1228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Ahmedabad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12280" y="2267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Thaltej Acropolis Mall Gurudwara to SG Highway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8529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4928" y="28346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42x20 ft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7424928" y="3273552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419856"/>
            <a:ext cx="384048" cy="3840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4928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Hoarding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7424928" y="3840480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986784"/>
            <a:ext cx="384048" cy="38404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4928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7424928" y="4407408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55371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4928" y="453542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Adv.fee per month: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4,00,000/-</a:t>
            </a:r>
            <a:endParaRPr lang="en-US" sz="1450" dirty="0"/>
          </a:p>
        </p:txBody>
      </p:sp>
      <p:sp>
        <p:nvSpPr>
          <p:cNvPr id="20" name="Shape 12"/>
          <p:cNvSpPr/>
          <p:nvPr/>
        </p:nvSpPr>
        <p:spPr>
          <a:xfrm>
            <a:off x="7424928" y="4974336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5120640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424928" y="510235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till 10 Nov 2026</a:t>
            </a:r>
            <a:endParaRPr lang="en-US" sz="1450" dirty="0"/>
          </a:p>
        </p:txBody>
      </p:sp>
      <p:sp>
        <p:nvSpPr>
          <p:cNvPr id="23" name="Shape 14"/>
          <p:cNvSpPr/>
          <p:nvPr/>
        </p:nvSpPr>
        <p:spPr>
          <a:xfrm>
            <a:off x="7424928" y="5541264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687568"/>
            <a:ext cx="384048" cy="3840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424928" y="5669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Coordinates: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23.049593, 72.516808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715000" cy="4663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691640" cy="685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12280" y="640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5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6812280" y="960120"/>
            <a:ext cx="2423160" cy="658368"/>
          </a:xfrm>
          <a:prstGeom prst="roundRect">
            <a:avLst>
              <a:gd name="adj" fmla="val 25000"/>
            </a:avLst>
          </a:prstGeom>
          <a:solidFill>
            <a:srgbClr val="FFC200"/>
          </a:solidFill>
          <a:ln w="12700">
            <a:solidFill>
              <a:srgbClr val="FFC200"/>
            </a:solidFill>
            <a:prstDash val="solid"/>
          </a:ln>
        </p:spPr>
      </p:sp>
      <p:sp>
        <p:nvSpPr>
          <p:cNvPr id="6" name="Text 2">
            <a:hlinkClick r:id="rId3" tooltip="Open MB-63 in Latest Booking"/>
          </p:cNvPr>
          <p:cNvSpPr/>
          <p:nvPr/>
        </p:nvSpPr>
        <p:spPr>
          <a:xfrm>
            <a:off x="6812280" y="960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Open MB-63 in Latest Book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 - 63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1228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Ahmedabad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12280" y="2267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College Road –Outside Wagh Bakri Tea Lounge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8529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4928" y="28346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20x31 ft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7424928" y="3273552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419856"/>
            <a:ext cx="384048" cy="3840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4928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Hoarding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7424928" y="3840480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986784"/>
            <a:ext cx="384048" cy="38404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4928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7424928" y="4407408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55371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4928" y="453542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Adv.fee per month: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1,70,000/-</a:t>
            </a:r>
            <a:endParaRPr lang="en-US" sz="1450" dirty="0"/>
          </a:p>
        </p:txBody>
      </p:sp>
      <p:sp>
        <p:nvSpPr>
          <p:cNvPr id="20" name="Shape 12"/>
          <p:cNvSpPr/>
          <p:nvPr/>
        </p:nvSpPr>
        <p:spPr>
          <a:xfrm>
            <a:off x="7424928" y="4974336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5120640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424928" y="510235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till 01 Nov 2026</a:t>
            </a:r>
            <a:endParaRPr lang="en-US" sz="1450" dirty="0"/>
          </a:p>
        </p:txBody>
      </p:sp>
      <p:sp>
        <p:nvSpPr>
          <p:cNvPr id="23" name="Shape 14"/>
          <p:cNvSpPr/>
          <p:nvPr/>
        </p:nvSpPr>
        <p:spPr>
          <a:xfrm>
            <a:off x="7424928" y="5541264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687568"/>
            <a:ext cx="384048" cy="3840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424928" y="5669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Coordinates: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23.033581, 72.555121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hlinkClick r:id="rId2" tooltip="https://mediabuzzoutdoor.com"/>
          </p:cNvPr>
          <p:cNvSpPr/>
          <p:nvPr/>
        </p:nvSpPr>
        <p:spPr>
          <a:xfrm>
            <a:off x="8778240" y="5760720"/>
            <a:ext cx="2834640" cy="411480"/>
          </a:xfrm>
          <a:prstGeom prst="rect">
            <a:avLst/>
          </a:prstGeom>
          <a:solidFill>
            <a:srgbClr val="000000">
              <a:alpha val="1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778240" y="57607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u="sng" dirty="0">
                <a:solidFill>
                  <a:srgbClr val="000000">
                    <a:alpha val="0"/>
                  </a:srgbClr>
                </a:solidFill>
                <a:hlinkClick r:id="rId3" invalidUrl="" action="" tgtFrame="" tooltip="https://mediabuzzoutdoo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mediabuzzoutdoor.com</a:t>
            </a:r>
            <a:endParaRPr lang="en-US" dirty="0"/>
          </a:p>
        </p:txBody>
      </p:sp>
      <p:sp>
        <p:nvSpPr>
          <p:cNvPr id="5" name="Shape 2">
            <a:hlinkClick r:id="rId4" tooltip="mailto:sales@mediabuzzoutdoor.com"/>
          </p:cNvPr>
          <p:cNvSpPr/>
          <p:nvPr/>
        </p:nvSpPr>
        <p:spPr>
          <a:xfrm>
            <a:off x="8092440" y="4846320"/>
            <a:ext cx="3520440" cy="365760"/>
          </a:xfrm>
          <a:prstGeom prst="rect">
            <a:avLst/>
          </a:prstGeom>
          <a:solidFill>
            <a:srgbClr val="000000">
              <a:alpha val="1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Shape 3">
            <a:hlinkClick r:id="rId5" tooltip="https://mediabuzzoutdoor.com"/>
          </p:cNvPr>
          <p:cNvSpPr/>
          <p:nvPr/>
        </p:nvSpPr>
        <p:spPr>
          <a:xfrm>
            <a:off x="2377440" y="3474720"/>
            <a:ext cx="2423160" cy="365760"/>
          </a:xfrm>
          <a:prstGeom prst="rect">
            <a:avLst/>
          </a:prstGeom>
          <a:solidFill>
            <a:srgbClr val="000000">
              <a:alpha val="1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Media Buzz Outdoor</dc:creator>
  <cp:lastModifiedBy>Media Buzz Outdoor</cp:lastModifiedBy>
  <cp:revision>1</cp:revision>
  <dcterms:created xsi:type="dcterms:W3CDTF">2026-10-24T07:37:59Z</dcterms:created>
  <dcterms:modified xsi:type="dcterms:W3CDTF">2026-10-24T07:37:59Z</dcterms:modified>
</cp:coreProperties>
</file>