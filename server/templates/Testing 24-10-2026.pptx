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panel.mediabuzzoutdoor.com/campaigns?site=MB-07" TargetMode="External"/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image" Target="../media/image-3-4.png"/><Relationship Id="rId6" Type="http://schemas.openxmlformats.org/officeDocument/2006/relationships/image" Target="../media/image-3-5.png"/><Relationship Id="rId7" Type="http://schemas.openxmlformats.org/officeDocument/2006/relationships/image" Target="../media/image-3-6.png"/><Relationship Id="rId8" Type="http://schemas.openxmlformats.org/officeDocument/2006/relationships/image" Target="../media/image-3-7.png"/><Relationship Id="rId9" Type="http://schemas.openxmlformats.org/officeDocument/2006/relationships/image" Target="../media/image-3-8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panel.mediabuzzoutdoor.com/campaigns?site=SSV-07" TargetMode="Externa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image" Target="../media/image-4-7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abuzzoutdoor.com" TargetMode="External"/><Relationship Id="rId3" Type="http://schemas.openxmlformats.org/officeDocument/2006/relationships/hyperlink" Target="https://mediabuzzoutdoor.com" TargetMode="External"/><Relationship Id="rId4" Type="http://schemas.openxmlformats.org/officeDocument/2006/relationships/hyperlink" Target="mailto:sales@mediabuzzoutdoor.com" TargetMode="External"/><Relationship Id="rId5" Type="http://schemas.openxmlformats.org/officeDocument/2006/relationships/hyperlink" Target="https://mediabuzzoutdoor.com" TargetMode="External"/><Relationship Id="rId1" Type="http://schemas.openxmlformats.org/officeDocument/2006/relationships/image" Target="../media/image-5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40080"/>
            <a:ext cx="5715000" cy="466344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532120"/>
            <a:ext cx="1691640" cy="6858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1228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1</a:t>
            </a:r>
            <a:endParaRPr lang="en-US" sz="1300" dirty="0"/>
          </a:p>
        </p:txBody>
      </p:sp>
      <p:sp>
        <p:nvSpPr>
          <p:cNvPr id="5" name="Shape 1"/>
          <p:cNvSpPr/>
          <p:nvPr/>
        </p:nvSpPr>
        <p:spPr>
          <a:xfrm>
            <a:off x="6812280" y="960120"/>
            <a:ext cx="2423160" cy="658368"/>
          </a:xfrm>
          <a:prstGeom prst="roundRect">
            <a:avLst>
              <a:gd name="adj" fmla="val 25000"/>
            </a:avLst>
          </a:prstGeom>
          <a:solidFill>
            <a:srgbClr val="FFC200"/>
          </a:solidFill>
          <a:ln w="12700">
            <a:solidFill>
              <a:srgbClr val="FFC200"/>
            </a:solidFill>
            <a:prstDash val="solid"/>
          </a:ln>
        </p:spPr>
      </p:sp>
      <p:sp>
        <p:nvSpPr>
          <p:cNvPr id="6" name="Text 2">
            <a:hlinkClick r:id="rId3" tooltip="Open MB-07 in Latest Booking"/>
          </p:cNvPr>
          <p:cNvSpPr/>
          <p:nvPr/>
        </p:nvSpPr>
        <p:spPr>
          <a:xfrm>
            <a:off x="6812280" y="9601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Open MB-07 in Latest Book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MB - 07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681228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2400" dirty="0"/>
          </a:p>
        </p:txBody>
      </p:sp>
      <p:sp>
        <p:nvSpPr>
          <p:cNvPr id="8" name="Text 4"/>
          <p:cNvSpPr/>
          <p:nvPr/>
        </p:nvSpPr>
        <p:spPr>
          <a:xfrm>
            <a:off x="6812280" y="2267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Shivranjani Bridge- Fcg. Shyamal 4 road Jnc - Left (1)</a:t>
            </a:r>
            <a:endParaRPr lang="en-US" sz="16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85292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24928" y="2834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30x10 ft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7424928" y="3273552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419856"/>
            <a:ext cx="384048" cy="38404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424928" y="34015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Gantry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7424928" y="3840480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3986784"/>
            <a:ext cx="384048" cy="38404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24928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7424928" y="4407408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4553712"/>
            <a:ext cx="384048" cy="38404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7424928" y="45354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Adv.fee per month: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2,25,000/-</a:t>
            </a:r>
            <a:endParaRPr lang="en-US" sz="1450" dirty="0"/>
          </a:p>
        </p:txBody>
      </p:sp>
      <p:sp>
        <p:nvSpPr>
          <p:cNvPr id="20" name="Shape 12"/>
          <p:cNvSpPr/>
          <p:nvPr/>
        </p:nvSpPr>
        <p:spPr>
          <a:xfrm>
            <a:off x="7424928" y="4974336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5120640"/>
            <a:ext cx="384048" cy="384048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7424928" y="51023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Booked till 30 Sept 2026</a:t>
            </a:r>
            <a:endParaRPr lang="en-US" sz="1450" dirty="0"/>
          </a:p>
        </p:txBody>
      </p:sp>
      <p:sp>
        <p:nvSpPr>
          <p:cNvPr id="23" name="Shape 14"/>
          <p:cNvSpPr/>
          <p:nvPr/>
        </p:nvSpPr>
        <p:spPr>
          <a:xfrm>
            <a:off x="7424928" y="5541264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12280" y="5687568"/>
            <a:ext cx="384048" cy="384048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7424928" y="566928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Coordinates: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23.018881, 72.530022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5715000" cy="4663440"/>
          </a:xfrm>
          <a:prstGeom prst="roundRect">
            <a:avLst>
              <a:gd name="adj" fmla="val 2353"/>
            </a:avLst>
          </a:prstGeom>
          <a:solidFill>
            <a:srgbClr val="111111"/>
          </a:solidFill>
          <a:ln w="19050">
            <a:solidFill>
              <a:srgbClr val="2A2A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2743200"/>
            <a:ext cx="5440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SITE PHOTO UPLOADED</a:t>
            </a:r>
            <a:endParaRPr lang="en-US" sz="1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532120"/>
            <a:ext cx="1691640" cy="685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12280" y="640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Site 2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812280" y="960120"/>
            <a:ext cx="2423160" cy="658368"/>
          </a:xfrm>
          <a:prstGeom prst="roundRect">
            <a:avLst>
              <a:gd name="adj" fmla="val 25000"/>
            </a:avLst>
          </a:prstGeom>
          <a:solidFill>
            <a:srgbClr val="FFC200"/>
          </a:solidFill>
          <a:ln w="12700">
            <a:solidFill>
              <a:srgbClr val="FFC200"/>
            </a:solidFill>
            <a:prstDash val="solid"/>
          </a:ln>
        </p:spPr>
      </p:sp>
      <p:sp>
        <p:nvSpPr>
          <p:cNvPr id="7" name="Text 4">
            <a:hlinkClick r:id="rId2" tooltip="Open SSV-07 in Latest Booking"/>
          </p:cNvPr>
          <p:cNvSpPr/>
          <p:nvPr/>
        </p:nvSpPr>
        <p:spPr>
          <a:xfrm>
            <a:off x="6812280" y="960120"/>
            <a:ext cx="2423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u="sng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Open SSV-07 in Latest Booking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SSV - 07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12280" y="1810512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Ahmedabad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812280" y="22677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Naroda, Krishnanagar Police Station, Opp. Jain Templ</a:t>
            </a:r>
            <a:endParaRPr lang="en-US" sz="16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2852928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24928" y="283464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20x10 ft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7424928" y="3273552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3419856"/>
            <a:ext cx="384048" cy="384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24928" y="3401568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Unipole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7424928" y="3840480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3986784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424928" y="3968496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Illumination: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7424928" y="4407408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12280" y="4553712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7424928" y="4535424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Adv.fee per month: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 2,50,000/-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7424928" y="4974336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12280" y="5120640"/>
            <a:ext cx="384048" cy="38404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7424928" y="5102352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</a:t>
            </a:r>
            <a:endParaRPr lang="en-US" sz="1450" dirty="0"/>
          </a:p>
        </p:txBody>
      </p:sp>
      <p:sp>
        <p:nvSpPr>
          <p:cNvPr id="24" name="Shape 16"/>
          <p:cNvSpPr/>
          <p:nvPr/>
        </p:nvSpPr>
        <p:spPr>
          <a:xfrm>
            <a:off x="7424928" y="5541264"/>
            <a:ext cx="4389120" cy="0"/>
          </a:xfrm>
          <a:prstGeom prst="line">
            <a:avLst/>
          </a:prstGeom>
          <a:noFill/>
          <a:ln w="10160">
            <a:solidFill>
              <a:srgbClr val="333333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5687568"/>
            <a:ext cx="384048" cy="38404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424928" y="5669280"/>
            <a:ext cx="4389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C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Coordinates:  </a:t>
            </a:r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23.012345, 72.567890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>
            <a:hlinkClick r:id="rId2" tooltip="https://mediabuzzoutdoor.com"/>
          </p:cNvPr>
          <p:cNvSpPr/>
          <p:nvPr/>
        </p:nvSpPr>
        <p:spPr>
          <a:xfrm>
            <a:off x="8778240" y="5760720"/>
            <a:ext cx="2834640" cy="41148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778240" y="57607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u="sng" dirty="0">
                <a:solidFill>
                  <a:srgbClr val="000000">
                    <a:alpha val="0"/>
                  </a:srgbClr>
                </a:solidFill>
                <a:hlinkClick r:id="rId3" invalidUrl="" action="" tgtFrame="" tooltip="https://mediabuzzoutdoor.com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mediabuzzoutdoor.com</a:t>
            </a:r>
            <a:endParaRPr lang="en-US" dirty="0"/>
          </a:p>
        </p:txBody>
      </p:sp>
      <p:sp>
        <p:nvSpPr>
          <p:cNvPr id="5" name="Shape 2">
            <a:hlinkClick r:id="rId4" tooltip="mailto:sales@mediabuzzoutdoor.com"/>
          </p:cNvPr>
          <p:cNvSpPr/>
          <p:nvPr/>
        </p:nvSpPr>
        <p:spPr>
          <a:xfrm>
            <a:off x="8092440" y="4846320"/>
            <a:ext cx="3520440" cy="36576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Shape 3">
            <a:hlinkClick r:id="rId5" tooltip="https://mediabuzzoutdoor.com"/>
          </p:cNvPr>
          <p:cNvSpPr/>
          <p:nvPr/>
        </p:nvSpPr>
        <p:spPr>
          <a:xfrm>
            <a:off x="2377440" y="3474720"/>
            <a:ext cx="2423160" cy="365760"/>
          </a:xfrm>
          <a:prstGeom prst="rect">
            <a:avLst/>
          </a:prstGeom>
          <a:solidFill>
            <a:srgbClr val="000000">
              <a:alpha val="1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Media Buzz Outdoor</dc:creator>
  <cp:lastModifiedBy>Media Buzz Outdoor</cp:lastModifiedBy>
  <cp:revision>1</cp:revision>
  <dcterms:created xsi:type="dcterms:W3CDTF">2026-09-22T14:49:46Z</dcterms:created>
  <dcterms:modified xsi:type="dcterms:W3CDTF">2026-09-22T14:49:46Z</dcterms:modified>
</cp:coreProperties>
</file>