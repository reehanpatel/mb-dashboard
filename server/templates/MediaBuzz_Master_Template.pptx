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hyperlink" Target="https://panel.mediabuzzoutdoor.com/campaigns?site=MB-07" TargetMode="External"/><Relationship Id="rId4" Type="http://schemas.openxmlformats.org/officeDocument/2006/relationships/image" Target="../media/image-3-3.png"/><Relationship Id="rId5" Type="http://schemas.openxmlformats.org/officeDocument/2006/relationships/image" Target="../media/image-3-4.png"/><Relationship Id="rId6" Type="http://schemas.openxmlformats.org/officeDocument/2006/relationships/image" Target="../media/image-3-5.png"/><Relationship Id="rId7" Type="http://schemas.openxmlformats.org/officeDocument/2006/relationships/image" Target="../media/image-3-6.png"/><Relationship Id="rId8" Type="http://schemas.openxmlformats.org/officeDocument/2006/relationships/image" Target="../media/image-3-7.png"/><Relationship Id="rId9" Type="http://schemas.openxmlformats.org/officeDocument/2006/relationships/image" Target="../media/image-3-8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hyperlink" Target="https://mediabuzzoutdoor.com" TargetMode="External"/><Relationship Id="rId3" Type="http://schemas.openxmlformats.org/officeDocument/2006/relationships/hyperlink" Target="https://mediabuzzoutdoor.com" TargetMode="External"/><Relationship Id="rId4" Type="http://schemas.openxmlformats.org/officeDocument/2006/relationships/hyperlink" Target="mailto:sales@mediabuzzoutdoor.com" TargetMode="External"/><Relationship Id="rId5" Type="http://schemas.openxmlformats.org/officeDocument/2006/relationships/hyperlink" Target="https://mediabuzzoutdoor.com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715000" cy="466344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532120"/>
            <a:ext cx="1691640" cy="6858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812280" y="640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1</a:t>
            </a:r>
            <a:endParaRPr lang="en-US" sz="1300" dirty="0"/>
          </a:p>
        </p:txBody>
      </p:sp>
      <p:sp>
        <p:nvSpPr>
          <p:cNvPr id="5" name="Shape 1"/>
          <p:cNvSpPr/>
          <p:nvPr/>
        </p:nvSpPr>
        <p:spPr>
          <a:xfrm>
            <a:off x="6812280" y="960120"/>
            <a:ext cx="2423160" cy="658368"/>
          </a:xfrm>
          <a:prstGeom prst="roundRect">
            <a:avLst>
              <a:gd name="adj" fmla="val 25000"/>
            </a:avLst>
          </a:prstGeom>
          <a:solidFill>
            <a:srgbClr val="FFC200"/>
          </a:solidFill>
          <a:ln w="12700">
            <a:solidFill>
              <a:srgbClr val="FFC200"/>
            </a:solidFill>
            <a:prstDash val="solid"/>
          </a:ln>
        </p:spPr>
      </p:sp>
      <p:sp>
        <p:nvSpPr>
          <p:cNvPr id="6" name="Text 2">
            <a:hlinkClick r:id="rId3" tooltip="Open MB-07 in Latest Booking"/>
          </p:cNvPr>
          <p:cNvSpPr/>
          <p:nvPr/>
        </p:nvSpPr>
        <p:spPr>
          <a:xfrm>
            <a:off x="6812280" y="96012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Open MB-07 in Latest Booking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MB - 07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6812280" y="181051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Ahmedabad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6812280" y="226771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Shivranjani Bridge- Fcg. Shyamal 4 road Jnc - Left (1)</a:t>
            </a: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2852928"/>
            <a:ext cx="384048" cy="38404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24928" y="2834640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C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30x10 ft</a:t>
            </a:r>
            <a:endParaRPr lang="en-US" sz="1450" dirty="0"/>
          </a:p>
        </p:txBody>
      </p:sp>
      <p:sp>
        <p:nvSpPr>
          <p:cNvPr id="11" name="Shape 6"/>
          <p:cNvSpPr/>
          <p:nvPr/>
        </p:nvSpPr>
        <p:spPr>
          <a:xfrm>
            <a:off x="7424928" y="3273552"/>
            <a:ext cx="4389120" cy="0"/>
          </a:xfrm>
          <a:prstGeom prst="line">
            <a:avLst/>
          </a:prstGeom>
          <a:noFill/>
          <a:ln w="10160">
            <a:solidFill>
              <a:srgbClr val="333333"/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3419856"/>
            <a:ext cx="384048" cy="38404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24928" y="3401568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C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Type: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Gantry</a:t>
            </a:r>
            <a:endParaRPr lang="en-US" sz="1450" dirty="0"/>
          </a:p>
        </p:txBody>
      </p:sp>
      <p:sp>
        <p:nvSpPr>
          <p:cNvPr id="14" name="Shape 8"/>
          <p:cNvSpPr/>
          <p:nvPr/>
        </p:nvSpPr>
        <p:spPr>
          <a:xfrm>
            <a:off x="7424928" y="3840480"/>
            <a:ext cx="4389120" cy="0"/>
          </a:xfrm>
          <a:prstGeom prst="line">
            <a:avLst/>
          </a:prstGeom>
          <a:noFill/>
          <a:ln w="10160">
            <a:solidFill>
              <a:srgbClr val="333333"/>
            </a:solidFill>
            <a:prstDash val="solid"/>
          </a:ln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2280" y="3986784"/>
            <a:ext cx="384048" cy="38404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424928" y="3968496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C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Illumination: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</a:t>
            </a:r>
            <a:endParaRPr lang="en-US" sz="1450" dirty="0"/>
          </a:p>
        </p:txBody>
      </p:sp>
      <p:sp>
        <p:nvSpPr>
          <p:cNvPr id="17" name="Shape 10"/>
          <p:cNvSpPr/>
          <p:nvPr/>
        </p:nvSpPr>
        <p:spPr>
          <a:xfrm>
            <a:off x="7424928" y="4407408"/>
            <a:ext cx="4389120" cy="0"/>
          </a:xfrm>
          <a:prstGeom prst="line">
            <a:avLst/>
          </a:prstGeom>
          <a:noFill/>
          <a:ln w="10160">
            <a:solidFill>
              <a:srgbClr val="333333"/>
            </a:solidFill>
            <a:prstDash val="solid"/>
          </a:ln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2280" y="4553712"/>
            <a:ext cx="384048" cy="38404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424928" y="4535424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C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Adv.fee per month: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 2,25,000/-</a:t>
            </a:r>
            <a:endParaRPr lang="en-US" sz="1450" dirty="0"/>
          </a:p>
        </p:txBody>
      </p:sp>
      <p:sp>
        <p:nvSpPr>
          <p:cNvPr id="20" name="Shape 12"/>
          <p:cNvSpPr/>
          <p:nvPr/>
        </p:nvSpPr>
        <p:spPr>
          <a:xfrm>
            <a:off x="7424928" y="4974336"/>
            <a:ext cx="4389120" cy="0"/>
          </a:xfrm>
          <a:prstGeom prst="line">
            <a:avLst/>
          </a:prstGeom>
          <a:noFill/>
          <a:ln w="10160">
            <a:solidFill>
              <a:srgbClr val="333333"/>
            </a:solidFill>
            <a:prstDash val="solid"/>
          </a:ln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12280" y="5120640"/>
            <a:ext cx="384048" cy="384048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7424928" y="5102352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C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Availability: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</a:t>
            </a:r>
            <a:endParaRPr lang="en-US" sz="1450" dirty="0"/>
          </a:p>
        </p:txBody>
      </p:sp>
      <p:sp>
        <p:nvSpPr>
          <p:cNvPr id="23" name="Shape 14"/>
          <p:cNvSpPr/>
          <p:nvPr/>
        </p:nvSpPr>
        <p:spPr>
          <a:xfrm>
            <a:off x="7424928" y="5541264"/>
            <a:ext cx="4389120" cy="0"/>
          </a:xfrm>
          <a:prstGeom prst="line">
            <a:avLst/>
          </a:prstGeom>
          <a:noFill/>
          <a:ln w="10160">
            <a:solidFill>
              <a:srgbClr val="333333"/>
            </a:solidFill>
            <a:prstDash val="solid"/>
          </a:ln>
        </p:spPr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12280" y="5687568"/>
            <a:ext cx="384048" cy="384048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7424928" y="5669280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C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Coordinates: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23.018881, 72.530022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>
            <a:hlinkClick r:id="rId2" tooltip="https://mediabuzzoutdoor.com"/>
          </p:cNvPr>
          <p:cNvSpPr/>
          <p:nvPr/>
        </p:nvSpPr>
        <p:spPr>
          <a:xfrm>
            <a:off x="8778240" y="5760720"/>
            <a:ext cx="2834640" cy="411480"/>
          </a:xfrm>
          <a:prstGeom prst="rect">
            <a:avLst/>
          </a:prstGeom>
          <a:solidFill>
            <a:srgbClr val="000000">
              <a:alpha val="1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778240" y="57607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u="sng" dirty="0">
                <a:solidFill>
                  <a:srgbClr val="000000">
                    <a:alpha val="0"/>
                  </a:srgbClr>
                </a:solidFill>
                <a:hlinkClick r:id="rId3" invalidUrl="" action="" tgtFrame="" tooltip="https://mediabuzzoutdoor.co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mediabuzzoutdoor.com</a:t>
            </a:r>
            <a:endParaRPr lang="en-US" dirty="0"/>
          </a:p>
        </p:txBody>
      </p:sp>
      <p:sp>
        <p:nvSpPr>
          <p:cNvPr id="5" name="Shape 2">
            <a:hlinkClick r:id="rId4" tooltip="mailto:sales@mediabuzzoutdoor.com"/>
          </p:cNvPr>
          <p:cNvSpPr/>
          <p:nvPr/>
        </p:nvSpPr>
        <p:spPr>
          <a:xfrm>
            <a:off x="8092440" y="4846320"/>
            <a:ext cx="3520440" cy="365760"/>
          </a:xfrm>
          <a:prstGeom prst="rect">
            <a:avLst/>
          </a:prstGeom>
          <a:solidFill>
            <a:srgbClr val="000000">
              <a:alpha val="1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3">
            <a:hlinkClick r:id="rId5" tooltip="https://mediabuzzoutdoor.com"/>
          </p:cNvPr>
          <p:cNvSpPr/>
          <p:nvPr/>
        </p:nvSpPr>
        <p:spPr>
          <a:xfrm>
            <a:off x="2377440" y="3474720"/>
            <a:ext cx="2423160" cy="365760"/>
          </a:xfrm>
          <a:prstGeom prst="rect">
            <a:avLst/>
          </a:prstGeom>
          <a:solidFill>
            <a:srgbClr val="000000">
              <a:alpha val="1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Media Buzz Outdoor</dc:creator>
  <cp:lastModifiedBy>Media Buzz Outdoor</cp:lastModifiedBy>
  <cp:revision>1</cp:revision>
  <dcterms:created xsi:type="dcterms:W3CDTF">2026-09-22T14:49:46Z</dcterms:created>
  <dcterms:modified xsi:type="dcterms:W3CDTF">2026-09-22T14:49:46Z</dcterms:modified>
</cp:coreProperties>
</file>